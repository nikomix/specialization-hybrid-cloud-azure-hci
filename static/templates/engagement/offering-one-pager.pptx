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1F4E79"/>
                </a:solidFill>
                <a:latin typeface="Calibri"/>
              </a:rPr>
              <a:t>Azure Local Managed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First-cluster landing zone - offering one-pager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Why Azure Local</a:t>
            </a:r>
          </a:p>
          <a:p>
            <a:r>
              <a:rPr sz="1800">
                <a:latin typeface="Calibri"/>
              </a:rPr>
              <a:t>In scope</a:t>
            </a:r>
          </a:p>
          <a:p>
            <a:r>
              <a:rPr sz="1800">
                <a:latin typeface="Calibri"/>
              </a:rPr>
              <a:t>Out of scope</a:t>
            </a:r>
          </a:p>
          <a:p>
            <a:r>
              <a:rPr sz="1800">
                <a:latin typeface="Calibri"/>
              </a:rPr>
              <a:t>Outcomes</a:t>
            </a:r>
          </a:p>
          <a:p>
            <a:r>
              <a:rPr sz="1800">
                <a:latin typeface="Calibri"/>
              </a:rPr>
              <a:t>Indicative commercials</a:t>
            </a:r>
          </a:p>
          <a:p>
            <a:r>
              <a:rPr sz="1800"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Why Azure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Hybrid by design - Azure operations on customer-controlled hardware</a:t>
            </a:r>
          </a:p>
          <a:p>
            <a:r>
              <a:rPr sz="1800">
                <a:latin typeface="Calibri"/>
              </a:rPr>
              <a:t>Validated hardware catalog removes integration risk</a:t>
            </a:r>
          </a:p>
          <a:p>
            <a:r>
              <a:rPr sz="1800">
                <a:latin typeface="Calibri"/>
              </a:rPr>
              <a:t>Arc-native - single pane across cloud + on-prem + 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In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Discovery workshop (1 day)</a:t>
            </a:r>
          </a:p>
          <a:p>
            <a:r>
              <a:rPr sz="1800">
                <a:latin typeface="Calibri"/>
              </a:rPr>
              <a:t>HLD + LLD using repo templates</a:t>
            </a:r>
          </a:p>
          <a:p>
            <a:r>
              <a:rPr sz="1800">
                <a:latin typeface="Calibri"/>
              </a:rPr>
              <a:t>BoM + vendor coordination</a:t>
            </a:r>
          </a:p>
          <a:p>
            <a:r>
              <a:rPr sz="1800">
                <a:latin typeface="Calibri"/>
              </a:rPr>
              <a:t>First cluster build (2-16 nodes)</a:t>
            </a:r>
          </a:p>
          <a:p>
            <a:r>
              <a:rPr sz="1800">
                <a:latin typeface="Calibri"/>
              </a:rPr>
              <a:t>Arc enrolment + Monitor + Defender + Update Manager + Backup</a:t>
            </a:r>
          </a:p>
          <a:p>
            <a:r>
              <a:rPr sz="1800">
                <a:latin typeface="Calibri"/>
              </a:rPr>
              <a:t>4-week hypercare and 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Out of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Application migration / refactor</a:t>
            </a:r>
          </a:p>
          <a:p>
            <a:r>
              <a:rPr sz="1800">
                <a:latin typeface="Calibri"/>
              </a:rPr>
              <a:t>AKS on Azure Local (add-on module)</a:t>
            </a:r>
          </a:p>
          <a:p>
            <a:r>
              <a:rPr sz="1800">
                <a:latin typeface="Calibri"/>
              </a:rPr>
              <a:t>Multi-site stretch / DR (add-on module)</a:t>
            </a:r>
          </a:p>
          <a:p>
            <a:r>
              <a:rPr sz="1800">
                <a:latin typeface="Calibri"/>
              </a:rPr>
              <a:t>Long-term managed-service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Healthy Arc-enrolled cluster</a:t>
            </a:r>
          </a:p>
          <a:p>
            <a:r>
              <a:rPr sz="1800">
                <a:latin typeface="Calibri"/>
              </a:rPr>
              <a:t>Monitoring + backup + DR tested</a:t>
            </a:r>
          </a:p>
          <a:p>
            <a:r>
              <a:rPr sz="1800">
                <a:latin typeface="Calibri"/>
              </a:rPr>
              <a:t>Ops runbook signed off</a:t>
            </a:r>
          </a:p>
          <a:p>
            <a:r>
              <a:rPr sz="1800">
                <a:latin typeface="Calibri"/>
              </a:rPr>
              <a:t>Audit-grade evidence pack added to 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Indicative commercials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Edge / branch (2-node) - 4-6 weeks</a:t>
            </a:r>
          </a:p>
          <a:p>
            <a:r>
              <a:rPr sz="1800">
                <a:latin typeface="Calibri"/>
              </a:rPr>
              <a:t>Standard datacentre (4-8 node) - 6-10 weeks</a:t>
            </a:r>
          </a:p>
          <a:p>
            <a:r>
              <a:rPr sz="1800">
                <a:latin typeface="Calibri"/>
              </a:rPr>
              <a:t>Aggregation / sovereign (8-16 node + stretch) - 10-14 weeks</a:t>
            </a:r>
          </a:p>
          <a:p>
            <a:r>
              <a:rPr sz="1800">
                <a:latin typeface="Calibri"/>
              </a:rPr>
              <a:t>Replace bands with local rate card before sharing externally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Send qualification questionnaire</a:t>
            </a:r>
          </a:p>
          <a:p>
            <a:r>
              <a:rPr sz="1800">
                <a:latin typeface="Calibri"/>
              </a:rPr>
              <a:t>Book 1-day discovery workshop</a:t>
            </a:r>
          </a:p>
          <a:p>
            <a:r>
              <a:rPr sz="1800">
                <a:latin typeface="Calibri"/>
              </a:rPr>
              <a:t>Confirm exec sponsor + steering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